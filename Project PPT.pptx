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1" r:id="rId3"/>
    <p:sldId id="262" r:id="rId4"/>
    <p:sldId id="264" r:id="rId5"/>
    <p:sldId id="265" r:id="rId6"/>
    <p:sldId id="266" r:id="rId7"/>
    <p:sldId id="267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02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42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24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395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60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78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501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29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2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8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3073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939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9659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827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978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00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8B4EF-53A5-4F22-B8DF-FA42009808B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C0C2A9B-7F78-4621-9114-066964A9F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061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Vasanth%20Raju\OneDrive%20-%20Satchmo%20Holdings%20Limited\Documents\SAHANA\Project\train.csv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9023" y="2224453"/>
            <a:ext cx="7382608" cy="1354016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</a:rPr>
              <a:t>Performance Comparison of Machine Learning Algorithms on Titanic Dataset</a:t>
            </a:r>
            <a:endParaRPr lang="en-IN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27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80294" y="1241791"/>
            <a:ext cx="10005645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Name</a:t>
            </a:r>
            <a:r>
              <a:rPr lang="en-US" altLang="en-US" sz="2800" dirty="0">
                <a:latin typeface="Arial" panose="020B0604020202020204" pitchFamily="34" charset="0"/>
              </a:rPr>
              <a:t>: </a:t>
            </a:r>
            <a:r>
              <a:rPr lang="en-US" altLang="en-US" sz="2800" dirty="0" err="1">
                <a:latin typeface="Arial" panose="020B0604020202020204" pitchFamily="34" charset="0"/>
              </a:rPr>
              <a:t>Sahana.C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Course  :  Data </a:t>
            </a:r>
            <a:r>
              <a:rPr lang="en-US" altLang="en-US" sz="2800" dirty="0">
                <a:latin typeface="Arial" panose="020B0604020202020204" pitchFamily="34" charset="0"/>
              </a:rPr>
              <a:t>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Date  : </a:t>
            </a:r>
            <a:r>
              <a:rPr lang="en-US" altLang="en-US" sz="2800" dirty="0" smtClean="0">
                <a:latin typeface="Arial" panose="020B0604020202020204" pitchFamily="34" charset="0"/>
              </a:rPr>
              <a:t>01-05-2026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Project Title :</a:t>
            </a:r>
            <a:r>
              <a:rPr lang="en-US" sz="2800" dirty="0">
                <a:latin typeface="Arial" panose="020B0604020202020204" pitchFamily="34" charset="0"/>
              </a:rPr>
              <a:t>Machine Learning Algorithms on Titanic Dataset</a:t>
            </a:r>
            <a:endParaRPr lang="en-IN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705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7347" y="1363135"/>
            <a:ext cx="11368454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Introduction</a:t>
            </a: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helps predict outcomes using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Titanic dataset is used for survival prediction.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ML algorithms are compared.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0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23193" y="1323529"/>
            <a:ext cx="1136845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>
                <a:latin typeface="Arial" panose="020B0604020202020204" pitchFamily="34" charset="0"/>
              </a:rPr>
              <a:t>Objective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multiple ML algorithms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performance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best algorithm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using Accuracy and F1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8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84740" y="901754"/>
            <a:ext cx="430823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Dataset Information</a:t>
            </a:r>
            <a:r>
              <a:rPr lang="en-US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>
                <a:hlinkClick r:id="rId2" action="ppaction://hlinkfile"/>
              </a:rPr>
              <a:t>Titanic Survival Dataset</a:t>
            </a: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55078" y="2456794"/>
            <a:ext cx="1136845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>
                <a:latin typeface="Arial" panose="020B0604020202020204" pitchFamily="34" charset="0"/>
              </a:rPr>
              <a:t>Features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Passenger </a:t>
            </a:r>
            <a:r>
              <a:rPr lang="en-US" altLang="en-US" sz="2800" dirty="0" smtClean="0">
                <a:latin typeface="Arial" panose="020B0604020202020204" pitchFamily="34" charset="0"/>
              </a:rPr>
              <a:t>Class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Age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Gender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Fare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Embarked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49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55078" y="1375275"/>
            <a:ext cx="1136845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>
                <a:latin typeface="Arial" panose="020B0604020202020204" pitchFamily="34" charset="0"/>
              </a:rPr>
              <a:t>Tools &amp; Technologies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Python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Google </a:t>
            </a:r>
            <a:r>
              <a:rPr lang="en-US" altLang="en-US" sz="2800" dirty="0" err="1">
                <a:latin typeface="Arial" panose="020B0604020202020204" pitchFamily="34" charset="0"/>
              </a:rPr>
              <a:t>Colab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Pandas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NumPy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Scikit</a:t>
            </a:r>
            <a:r>
              <a:rPr lang="en-US" altLang="en-US" sz="2800" dirty="0">
                <a:latin typeface="Arial" panose="020B0604020202020204" pitchFamily="34" charset="0"/>
              </a:rPr>
              <a:t>-learn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Matplotlib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Seaborn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704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23546" y="1819384"/>
            <a:ext cx="1136845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Data </a:t>
            </a:r>
            <a:r>
              <a:rPr lang="en-IN" sz="2800" dirty="0" err="1" smtClean="0"/>
              <a:t>Preprocessing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missing values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Filled missing values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categorical data into numerical values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dataset into training and testing data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985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23546" y="1819384"/>
            <a:ext cx="1136845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>
                <a:latin typeface="Arial" panose="020B0604020202020204" pitchFamily="34" charset="0"/>
              </a:rPr>
              <a:t>Algorithms Used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</a:rPr>
              <a:t>Classification </a:t>
            </a:r>
            <a:r>
              <a:rPr lang="en-US" sz="2800" dirty="0" smtClean="0">
                <a:latin typeface="Arial" panose="020B0604020202020204" pitchFamily="34" charset="0"/>
              </a:rPr>
              <a:t>Algorithms</a:t>
            </a:r>
            <a:endParaRPr lang="en-US" sz="2800" dirty="0"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Logistic Regression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K-Nearest Neighbors (KNN)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</a:rPr>
              <a:t>Decision Tree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21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25769" y="918333"/>
            <a:ext cx="1136845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Model Training Process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25770" y="1951892"/>
            <a:ext cx="1506416" cy="764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Dataset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32186" y="2334357"/>
            <a:ext cx="756139" cy="8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88324" y="1960683"/>
            <a:ext cx="2136529" cy="764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Pre-processing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424853" y="2343148"/>
            <a:ext cx="870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295295" y="1960683"/>
            <a:ext cx="1951890" cy="764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Train/Test Split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130564" y="2725614"/>
            <a:ext cx="5860" cy="956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392009" y="3682512"/>
            <a:ext cx="1978268" cy="764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Model Training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358911" y="4064977"/>
            <a:ext cx="1022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80643" y="3746989"/>
            <a:ext cx="1978268" cy="764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Prediction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2526323" y="4064977"/>
            <a:ext cx="844062" cy="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055" y="3763109"/>
            <a:ext cx="1978268" cy="764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Evaluation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01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799492" y="1299420"/>
            <a:ext cx="1136845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Evaluation Metrics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31" y="2183188"/>
            <a:ext cx="4372708" cy="368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7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25769" y="1133776"/>
            <a:ext cx="113684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Results Table</a:t>
            </a: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69" y="2026881"/>
            <a:ext cx="3877216" cy="15908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69" y="3868326"/>
            <a:ext cx="3184344" cy="255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32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47699" y="1774077"/>
            <a:ext cx="1136845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Best Performing Model</a:t>
            </a:r>
            <a:endParaRPr lang="en-I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achieved highest accuracy.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handled dataset patterns effectively.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 it performed better than other algorithms.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98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568568" y="2327992"/>
            <a:ext cx="1136845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dirty="0" smtClean="0"/>
              <a:t>Conclusion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ML algorithms were applied successfully.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were compared using evaluation metrics.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gave best performance on Titanic dataset.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5619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190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Vasanth Raju</dc:creator>
  <cp:lastModifiedBy>Vasanth Raju</cp:lastModifiedBy>
  <cp:revision>5</cp:revision>
  <dcterms:created xsi:type="dcterms:W3CDTF">2026-05-12T09:04:38Z</dcterms:created>
  <dcterms:modified xsi:type="dcterms:W3CDTF">2026-05-12T09:45:54Z</dcterms:modified>
</cp:coreProperties>
</file>